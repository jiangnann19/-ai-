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87CEFA"/>
            </a:gs>
            <a:gs pos="100000">
              <a:srgbClr val="F0F8FF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TCP三次握手：连接建立的核心机制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理解连接建立过程、seq与ack规则，以及为什么需要三次握手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280160"/>
            <a:ext cx="42062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25880"/>
            <a:ext cx="4023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模块1：三次握手流程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91639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客户端发送</a:t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，请求建立连接，进入</a:t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-SENT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37410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服务端回复</a:t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+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，确认客户端请求并发送服务端初始序号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83179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客户端回复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，确认服务端请求，连接建立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028950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用箭头表示：Client → Server →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280160"/>
            <a:ext cx="420624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325880"/>
            <a:ext cx="4023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模块2：seq与ack计算规则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91639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seq</a:t>
            </a:r>
            <a:r>
              <a:rPr sz="1300"/>
              <a:t>：发送方当前发送序号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37410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：期望收到对方下一个字节的序号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83179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规则：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 = 对方最近收到的</a:t>
            </a:r>
            <a:r>
              <a:rPr b="1" sz="1300">
                <a:solidFill>
                  <a:srgbClr val="FF7F00"/>
                </a:solidFill>
              </a:rPr>
              <a:t>seq</a:t>
            </a:r>
            <a:r>
              <a:rPr sz="1300"/>
              <a:t> + 1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28950"/>
            <a:ext cx="4023359" cy="427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>示例：客户端</a:t>
            </a:r>
            <a:r>
              <a:rPr b="1" sz="1300">
                <a:solidFill>
                  <a:srgbClr val="FF7F00"/>
                </a:solidFill>
              </a:rPr>
              <a:t>seq</a:t>
            </a:r>
            <a:r>
              <a:rPr sz="1300"/>
              <a:t>=100，服务端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=101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3566160"/>
            <a:ext cx="4206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611879"/>
            <a:ext cx="4023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模块3：报文含义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97763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：同步请求，用于建立连接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2062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：确认报文，表示已收到数据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4348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sz="1300"/>
              <a:t/>
            </a:r>
            <a:r>
              <a:rPr b="1" sz="1300">
                <a:solidFill>
                  <a:srgbClr val="FF7F00"/>
                </a:solidFill>
              </a:rPr>
              <a:t>SYN</a:t>
            </a:r>
            <a:r>
              <a:rPr sz="1300"/>
              <a:t>+</a:t>
            </a:r>
            <a:r>
              <a:rPr b="1" sz="1300">
                <a:solidFill>
                  <a:srgbClr val="FF7F00"/>
                </a:solidFill>
              </a:rPr>
              <a:t>ACK</a:t>
            </a:r>
            <a:r>
              <a:rPr sz="1300"/>
              <a:t>：既确认对方，也提出自己的连接请求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566160"/>
            <a:ext cx="420624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611879"/>
            <a:ext cx="4023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模块4：为什么是三次握手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77639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目的：确认双方发送能力和接收能力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062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防止失效历史报文导致错误建立连接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434840"/>
            <a:ext cx="402335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避免服务端资源被无效连接占用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三次握手的本质：通过双方确认，建立可靠连接，同时协调初始序号。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