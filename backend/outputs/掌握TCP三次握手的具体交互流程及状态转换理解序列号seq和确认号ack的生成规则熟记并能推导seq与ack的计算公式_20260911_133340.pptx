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掌握TCP三次握手的具体交互流程及状态转换，理解序列号(seq)和确认号(ack)的生成规则，熟记并能推导seq与ack的计算公式。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授课教师：教师姓名  |  授课时长：45分钟  |  受众：大学一年级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2026-09-11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课程目录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导入 - 课程导入</a:t>
            </a:r>
          </a:p>
          <a:p>
            <a:pPr>
              <a:spcAft>
                <a:spcPts val="1200"/>
              </a:spcAft>
              <a:defRPr sz="2000"/>
            </a:pPr>
            <a:r>
              <a:t>2. 新授 - 新知识讲解</a:t>
            </a:r>
          </a:p>
          <a:p>
            <a:pPr>
              <a:spcAft>
                <a:spcPts val="1200"/>
              </a:spcAft>
              <a:defRPr sz="2000"/>
            </a:pPr>
            <a:r>
              <a:t>3. 练习 - 课堂练习</a:t>
            </a:r>
          </a:p>
          <a:p>
            <a:pPr>
              <a:spcAft>
                <a:spcPts val="1200"/>
              </a:spcAft>
              <a:defRPr sz="2000"/>
            </a:pPr>
            <a:r>
              <a:t>4. 总结 - 课程总结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87CEFA"/>
            </a:gs>
            <a:gs pos="100000">
              <a:srgbClr val="F0F8FF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TCP三次握手：连接建立的核心机制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理解连接建立过程、seq与ack规则，以及为什么需要三次握手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42062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模块1：三次握手流程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3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客户端发送</a:t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，请求建立连接，进入</a:t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-SENT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3741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服务端回复</a:t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+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，确认客户端请求并发送服务端初始序号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8317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客户端回复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，确认服务端请求，连接建立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02895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用箭头表示：Client → Server →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280160"/>
            <a:ext cx="42062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25880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模块2：seq与ack计算规则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3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seq</a:t>
            </a:r>
            <a:r>
              <a:rPr sz="1300"/>
              <a:t>：发送方当前发送序号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3741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：期望收到对方下一个字节的序号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8317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规则：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 = 对方最近收到的</a:t>
            </a:r>
            <a:r>
              <a:rPr b="1" sz="1300">
                <a:solidFill>
                  <a:srgbClr val="FF7F00"/>
                </a:solidFill>
              </a:rPr>
              <a:t>seq</a:t>
            </a:r>
            <a:r>
              <a:rPr sz="1300"/>
              <a:t>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2895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示例：客户端</a:t>
            </a:r>
            <a:r>
              <a:rPr b="1" sz="1300">
                <a:solidFill>
                  <a:srgbClr val="FF7F00"/>
                </a:solidFill>
              </a:rPr>
              <a:t>seq</a:t>
            </a:r>
            <a:r>
              <a:rPr sz="1300"/>
              <a:t>=100，服务端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=101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566160"/>
            <a:ext cx="4206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611879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模块3：报文含义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7763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：同步请求，用于建立连接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2062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：确认报文，表示已收到数据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4348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+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：既确认对方，也提出自己的连接请求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566160"/>
            <a:ext cx="4206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11879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模块4：为什么是三次握手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3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目的：确认双方发送能力和接收能力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防止失效历史报文导致错误建立连接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4348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避免服务端资源被无效连接占用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三次握手的本质：通过双方确认，建立可靠连接，同时协调初始序号。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