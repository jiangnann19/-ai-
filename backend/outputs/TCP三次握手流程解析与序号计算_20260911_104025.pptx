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TCP三次握手：流程解析与序号计算挑战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1. 核心流程：Client(SYN, seq=x) -&gt; Server(SYN+ACK, seq=y, ack=x+1) -&gt; Client(ACK, seq=x+1, ack=y+1)。</a:t>
            </a:r>
          </a:p>
          <a:p>
            <a:pPr>
              <a:spcAft>
                <a:spcPts val="800"/>
              </a:spcAft>
              <a:defRPr sz="1800"/>
            </a:pPr>
            <a:r>
              <a:t>• 2. 关键规则：ack = 收到的seq + 1（期望收到的下一个字节序号）。</a:t>
            </a:r>
          </a:p>
          <a:p>
            <a:pPr>
              <a:spcAft>
                <a:spcPts val="800"/>
              </a:spcAft>
              <a:defRPr sz="1800"/>
            </a:pPr>
            <a:r>
              <a:t>• 3. 深度思考：为何必须三次？（同步双方ISN，防止历史失效连接导致错误建立）。</a:t>
            </a:r>
          </a:p>
          <a:p>
            <a:pPr>
              <a:spcAft>
                <a:spcPts val="800"/>
              </a:spcAft>
              <a:defRPr sz="1800"/>
            </a:pPr>
            <a:r>
              <a:t>• 4. 互动挑战：TCP握手序号大挑战（见右侧互动区）。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