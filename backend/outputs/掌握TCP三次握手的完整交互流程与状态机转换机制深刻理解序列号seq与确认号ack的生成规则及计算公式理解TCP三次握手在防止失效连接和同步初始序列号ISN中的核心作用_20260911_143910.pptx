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87CEFA"/>
            </a:gs>
            <a:gs pos="100000">
              <a:srgbClr val="F0F8FF"/>
            </a:gs>
          </a:gsLst>
          <a:lin scaled="0"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778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掌握TCP三次握手的完整交互流程与状态机转换机制；深刻理解序列号(seq)与确认号(ack)的生成规则及计算公式；理解TCP三次握手在防止失效连接和同步初始序列号(ISN)中的核心作用。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理解连接建立过程、seq与ack规则，以及为什么需要三次握手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188720"/>
            <a:ext cx="45720" cy="3749039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2801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</a:defRPr>
            </a:pPr>
            <a:r>
              <a:t>知识点讲解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" y="1737360"/>
            <a:ext cx="50292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7C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82880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CC"/>
                </a:solidFill>
              </a:defRPr>
            </a:pPr>
            <a:r>
              <a:t>三次握手流程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1945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1. 客户端发送SYN，请求建立连接</a:t>
            </a:r>
          </a:p>
          <a:p>
            <a:r>
              <a:t>2. 服务端回复SYN+ACK，确认并请求</a:t>
            </a:r>
          </a:p>
          <a:p>
            <a:r>
              <a:t>3. 客户端回复ACK，确认连接建立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" y="3200400"/>
            <a:ext cx="50292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7C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329184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CC"/>
                </a:solidFill>
              </a:defRPr>
            </a:pPr>
            <a:r>
              <a:t>seq与ack计算规则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657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seq：发送方序号 | ack = 对方seq + 1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66CC"/>
                </a:solidFill>
              </a:defRPr>
            </a:pPr>
            <a:r>
              <a:t>TCP握手序号大挑战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173736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互动答题游戏已生成独立HTML文件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2103120"/>
            <a:ext cx="3474720" cy="2651760"/>
          </a:xfrm>
          <a:prstGeom prst="roundRect">
            <a:avLst/>
          </a:prstGeom>
          <a:solidFill>
            <a:srgbClr val="FFF8DC"/>
          </a:solidFill>
          <a:ln w="381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22860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/>
            </a:pPr>
            <a:r>
              <a:t>第1题：TCP第一次握手发送什么报文？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A. SYN  B. SYN+ACK  C. ACK  D. FIN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47472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000"/>
                </a:solidFill>
              </a:defRPr>
            </a:pPr>
            <a:r>
              <a:t>答案：A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36576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/>
            </a:pPr>
            <a:r>
              <a:t>第2题：客户端seq=100，服务端ack是多少？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4297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A. 100  B. 101  C. 99  D. 102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461772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000"/>
                </a:solidFill>
              </a:defRPr>
            </a:pPr>
            <a:r>
              <a:t>答案：B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" y="4800600"/>
            <a:ext cx="8778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三次握手的本质：通过双方确认，建立可靠连接，同时协调初始序号。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课程目录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1. 导入 - 课程导入</a:t>
            </a:r>
          </a:p>
          <a:p>
            <a:pPr>
              <a:spcAft>
                <a:spcPts val="1200"/>
              </a:spcAft>
              <a:defRPr sz="2000"/>
            </a:pPr>
            <a:r>
              <a:t>2. 新授 - 新知识讲解</a:t>
            </a:r>
          </a:p>
          <a:p>
            <a:pPr>
              <a:spcAft>
                <a:spcPts val="1200"/>
              </a:spcAft>
              <a:defRPr sz="2000"/>
            </a:pPr>
            <a:r>
              <a:t>3. 练习 - 课堂练习</a:t>
            </a:r>
          </a:p>
          <a:p>
            <a:pPr>
              <a:spcAft>
                <a:spcPts val="1200"/>
              </a:spcAft>
              <a:defRPr sz="2000"/>
            </a:pPr>
            <a:r>
              <a:t>4. 总结 - 课程总结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87CEFA"/>
            </a:gs>
            <a:gs pos="100000">
              <a:srgbClr val="F0F8FF"/>
            </a:gs>
          </a:gsLst>
          <a:lin scaled="0"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778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TCP三次握手：连接建立的核心机制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理解连接建立过程、seq与ack规则，以及为什么需要三次握手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188720"/>
            <a:ext cx="45720" cy="3749039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2801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</a:defRPr>
            </a:pPr>
            <a:r>
              <a:t>知识点讲解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" y="1737360"/>
            <a:ext cx="50292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7C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82880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CC"/>
                </a:solidFill>
              </a:defRPr>
            </a:pPr>
            <a:r>
              <a:t>三次握手流程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1945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1. 客户端发送SYN，请求建立连接</a:t>
            </a:r>
          </a:p>
          <a:p>
            <a:r>
              <a:t>2. 服务端回复SYN+ACK，确认并请求</a:t>
            </a:r>
          </a:p>
          <a:p>
            <a:r>
              <a:t>3. 客户端回复ACK，确认连接建立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" y="3200400"/>
            <a:ext cx="50292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7C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329184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CC"/>
                </a:solidFill>
              </a:defRPr>
            </a:pPr>
            <a:r>
              <a:t>seq与ack计算规则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657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seq：发送方序号 | ack = 对方seq + 1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66CC"/>
                </a:solidFill>
              </a:defRPr>
            </a:pPr>
            <a:r>
              <a:t>TCP握手序号大挑战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173736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互动答题游戏已生成独立HTML文件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2103120"/>
            <a:ext cx="3474720" cy="2651760"/>
          </a:xfrm>
          <a:prstGeom prst="roundRect">
            <a:avLst/>
          </a:prstGeom>
          <a:solidFill>
            <a:srgbClr val="FFF8DC"/>
          </a:solidFill>
          <a:ln w="381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22860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/>
            </a:pPr>
            <a:r>
              <a:t>第1题：TCP第一次握手发送什么报文？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A. SYN  B. SYN+ACK  C. ACK  D. FIN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47472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000"/>
                </a:solidFill>
              </a:defRPr>
            </a:pPr>
            <a:r>
              <a:t>答案：A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36576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/>
            </a:pPr>
            <a:r>
              <a:t>第2题：客户端seq=100，服务端ack是多少？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4297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A. 100  B. 101  C. 99  D. 102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461772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000"/>
                </a:solidFill>
              </a:defRPr>
            </a:pPr>
            <a:r>
              <a:t>答案：B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" y="4800600"/>
            <a:ext cx="8778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三次握手的本质：通过双方确认，建立可靠连接，同时协调初始序号。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