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TCP三次握手：连接建立过程与协议设计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1. 三次握手流程：Client(SYN) -&gt; Server(SYN+ACK) -&gt; Client(ACK)；2. 报文关键字段：SYN/ACK标志位作用，seq与ack的计算规则（确认号ack=接收到的seq+1）；3. 协议设计思考：为什么必须是三次？（防止历史失效连接请求突然到达导致服务端资源浪费）。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