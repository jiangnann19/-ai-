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87CEFA"/>
            </a:gs>
            <a:gs pos="100000">
              <a:srgbClr val="F0F8FF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TCP三次握手：连接建立的核心机制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4008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理解连接建立过程、seq与ack规则，以及为什么需要三次握手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45720" cy="3749039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280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CC"/>
                </a:solidFill>
              </a:defRPr>
            </a:pPr>
            <a:r>
              <a:t>知识点讲解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737360"/>
            <a:ext cx="50292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7C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三次握手流程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19456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1. 客户端发送SYN，请求建立连接</a:t>
            </a:r>
          </a:p>
          <a:p>
            <a:r>
              <a:t>2. 服务端回复SYN+ACK，确认并请求</a:t>
            </a:r>
          </a:p>
          <a:p>
            <a:r>
              <a:t>3. 客户端回复ACK，确认连接建立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3200400"/>
            <a:ext cx="50292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7C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291840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seq与ack计算规则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657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seq：发送方序号 | ack = 对方seq + 1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66CC"/>
                </a:solidFill>
              </a:defRPr>
            </a:pPr>
            <a:r>
              <a:t>TCP握手序号大挑战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737360"/>
            <a:ext cx="3474720" cy="3200400"/>
          </a:xfrm>
          <a:prstGeom prst="roundRect">
            <a:avLst/>
          </a:prstGeom>
          <a:solidFill>
            <a:srgbClr val="FFF8DC"/>
          </a:solidFill>
          <a:ln w="381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第1题：TCP第一次握手发送什么报文？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560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A. SYN  B. SYN+ACK  C. ACK  D. FIN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10896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00"/>
                </a:solidFill>
              </a:defRPr>
            </a:pPr>
            <a:r>
              <a:t>答案：A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3474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/>
            </a:pPr>
            <a:r>
              <a:t>第2题：客户端seq=100，服务端ack是多少？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114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A. 100  B. 101  C. 99  D. 102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66344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000"/>
                </a:solidFill>
              </a:defRPr>
            </a:pPr>
            <a:r>
              <a:t>答案：B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三次握手的本质：通过双方确认，建立可靠连接，同时协调初始序号。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