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TCP三次握手：连接建立的核心机制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1. 三次握手流程：Client(SYN) -&gt; Server(SYN+ACK) -&gt; Client(ACK)；2. 序号计算规则：seq初始随机，ack=收到的seq+1；3. 核心设计：为何需三次？防止历史失效连接导致服务端资源浪费，体现可靠性与效率的权衡。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